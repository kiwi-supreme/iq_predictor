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57" r:id="rId5"/>
    <p:sldId id="258"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C2AD7B-94C5-4884-BF17-FD53A743F16A}" v="27" dt="2026-01-21T02:42:16.8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SRIVASTAVA" userId="6f7d575e56a99d52" providerId="LiveId" clId="{FA221806-1B6C-406E-A27D-C2EB7581407E}"/>
    <pc:docChg chg="custSel addSld delSld modSld sldOrd">
      <pc:chgData name="SHIVANI SRIVASTAVA" userId="6f7d575e56a99d52" providerId="LiveId" clId="{FA221806-1B6C-406E-A27D-C2EB7581407E}" dt="2026-01-21T02:42:51.074" v="731" actId="27636"/>
      <pc:docMkLst>
        <pc:docMk/>
      </pc:docMkLst>
      <pc:sldChg chg="modSp new mod">
        <pc:chgData name="SHIVANI SRIVASTAVA" userId="6f7d575e56a99d52" providerId="LiveId" clId="{FA221806-1B6C-406E-A27D-C2EB7581407E}" dt="2026-01-21T02:35:54.482" v="655" actId="20577"/>
        <pc:sldMkLst>
          <pc:docMk/>
          <pc:sldMk cId="1129859572" sldId="256"/>
        </pc:sldMkLst>
        <pc:spChg chg="mod">
          <ac:chgData name="SHIVANI SRIVASTAVA" userId="6f7d575e56a99d52" providerId="LiveId" clId="{FA221806-1B6C-406E-A27D-C2EB7581407E}" dt="2026-01-20T18:09:30.596" v="12" actId="20577"/>
          <ac:spMkLst>
            <pc:docMk/>
            <pc:sldMk cId="1129859572" sldId="256"/>
            <ac:spMk id="2" creationId="{BF707DD1-6587-E46C-CF6B-17CF0A178752}"/>
          </ac:spMkLst>
        </pc:spChg>
        <pc:spChg chg="mod">
          <ac:chgData name="SHIVANI SRIVASTAVA" userId="6f7d575e56a99d52" providerId="LiveId" clId="{FA221806-1B6C-406E-A27D-C2EB7581407E}" dt="2026-01-21T02:35:54.482" v="655" actId="20577"/>
          <ac:spMkLst>
            <pc:docMk/>
            <pc:sldMk cId="1129859572" sldId="256"/>
            <ac:spMk id="3" creationId="{34CEA299-38BB-BA81-8F5E-9E281D81822F}"/>
          </ac:spMkLst>
        </pc:spChg>
      </pc:sldChg>
      <pc:sldChg chg="modSp new mod">
        <pc:chgData name="SHIVANI SRIVASTAVA" userId="6f7d575e56a99d52" providerId="LiveId" clId="{FA221806-1B6C-406E-A27D-C2EB7581407E}" dt="2026-01-20T18:17:26.580" v="271" actId="27636"/>
        <pc:sldMkLst>
          <pc:docMk/>
          <pc:sldMk cId="689545236" sldId="257"/>
        </pc:sldMkLst>
        <pc:spChg chg="mod">
          <ac:chgData name="SHIVANI SRIVASTAVA" userId="6f7d575e56a99d52" providerId="LiveId" clId="{FA221806-1B6C-406E-A27D-C2EB7581407E}" dt="2026-01-20T18:15:48.179" v="253" actId="20577"/>
          <ac:spMkLst>
            <pc:docMk/>
            <pc:sldMk cId="689545236" sldId="257"/>
            <ac:spMk id="2" creationId="{E0E8DB9D-37E5-F9D1-F282-78BFC3FE3EBD}"/>
          </ac:spMkLst>
        </pc:spChg>
        <pc:spChg chg="mod">
          <ac:chgData name="SHIVANI SRIVASTAVA" userId="6f7d575e56a99d52" providerId="LiveId" clId="{FA221806-1B6C-406E-A27D-C2EB7581407E}" dt="2026-01-20T18:17:26.580" v="271" actId="27636"/>
          <ac:spMkLst>
            <pc:docMk/>
            <pc:sldMk cId="689545236" sldId="257"/>
            <ac:spMk id="3" creationId="{CDE1A37B-F5D6-A177-9A5F-458660C5FB61}"/>
          </ac:spMkLst>
        </pc:spChg>
      </pc:sldChg>
      <pc:sldChg chg="modSp new mod">
        <pc:chgData name="SHIVANI SRIVASTAVA" userId="6f7d575e56a99d52" providerId="LiveId" clId="{FA221806-1B6C-406E-A27D-C2EB7581407E}" dt="2026-01-20T18:17:59.018" v="294" actId="20577"/>
        <pc:sldMkLst>
          <pc:docMk/>
          <pc:sldMk cId="4235085491" sldId="258"/>
        </pc:sldMkLst>
        <pc:spChg chg="mod">
          <ac:chgData name="SHIVANI SRIVASTAVA" userId="6f7d575e56a99d52" providerId="LiveId" clId="{FA221806-1B6C-406E-A27D-C2EB7581407E}" dt="2026-01-20T18:12:15.546" v="152" actId="20577"/>
          <ac:spMkLst>
            <pc:docMk/>
            <pc:sldMk cId="4235085491" sldId="258"/>
            <ac:spMk id="2" creationId="{15B3AB81-6A32-2DDF-1674-88F1368ECEE3}"/>
          </ac:spMkLst>
        </pc:spChg>
        <pc:spChg chg="mod">
          <ac:chgData name="SHIVANI SRIVASTAVA" userId="6f7d575e56a99d52" providerId="LiveId" clId="{FA221806-1B6C-406E-A27D-C2EB7581407E}" dt="2026-01-20T18:17:59.018" v="294" actId="20577"/>
          <ac:spMkLst>
            <pc:docMk/>
            <pc:sldMk cId="4235085491" sldId="258"/>
            <ac:spMk id="3" creationId="{246AB62A-1057-0417-2993-6283A5D37165}"/>
          </ac:spMkLst>
        </pc:spChg>
      </pc:sldChg>
      <pc:sldChg chg="modSp add mod">
        <pc:chgData name="SHIVANI SRIVASTAVA" userId="6f7d575e56a99d52" providerId="LiveId" clId="{FA221806-1B6C-406E-A27D-C2EB7581407E}" dt="2026-01-20T18:25:12.195" v="413" actId="27636"/>
        <pc:sldMkLst>
          <pc:docMk/>
          <pc:sldMk cId="3524120441" sldId="259"/>
        </pc:sldMkLst>
        <pc:spChg chg="mod">
          <ac:chgData name="SHIVANI SRIVASTAVA" userId="6f7d575e56a99d52" providerId="LiveId" clId="{FA221806-1B6C-406E-A27D-C2EB7581407E}" dt="2026-01-20T18:12:48.145" v="202" actId="20577"/>
          <ac:spMkLst>
            <pc:docMk/>
            <pc:sldMk cId="3524120441" sldId="259"/>
            <ac:spMk id="2" creationId="{7F4356FB-C94B-F30E-F71A-4D0B7F7CB98E}"/>
          </ac:spMkLst>
        </pc:spChg>
        <pc:spChg chg="mod">
          <ac:chgData name="SHIVANI SRIVASTAVA" userId="6f7d575e56a99d52" providerId="LiveId" clId="{FA221806-1B6C-406E-A27D-C2EB7581407E}" dt="2026-01-20T18:25:12.195" v="413" actId="27636"/>
          <ac:spMkLst>
            <pc:docMk/>
            <pc:sldMk cId="3524120441" sldId="259"/>
            <ac:spMk id="3" creationId="{01AA6201-AC47-336B-AE0A-5424347EA28E}"/>
          </ac:spMkLst>
        </pc:spChg>
      </pc:sldChg>
      <pc:sldChg chg="add del">
        <pc:chgData name="SHIVANI SRIVASTAVA" userId="6f7d575e56a99d52" providerId="LiveId" clId="{FA221806-1B6C-406E-A27D-C2EB7581407E}" dt="2026-01-20T18:17:30.878" v="272" actId="47"/>
        <pc:sldMkLst>
          <pc:docMk/>
          <pc:sldMk cId="2162525221" sldId="260"/>
        </pc:sldMkLst>
      </pc:sldChg>
      <pc:sldChg chg="modSp new mod">
        <pc:chgData name="SHIVANI SRIVASTAVA" userId="6f7d575e56a99d52" providerId="LiveId" clId="{FA221806-1B6C-406E-A27D-C2EB7581407E}" dt="2026-01-21T02:33:31.509" v="602" actId="13926"/>
        <pc:sldMkLst>
          <pc:docMk/>
          <pc:sldMk cId="3865506247" sldId="260"/>
        </pc:sldMkLst>
        <pc:spChg chg="mod">
          <ac:chgData name="SHIVANI SRIVASTAVA" userId="6f7d575e56a99d52" providerId="LiveId" clId="{FA221806-1B6C-406E-A27D-C2EB7581407E}" dt="2026-01-20T18:21:06.426" v="367" actId="20577"/>
          <ac:spMkLst>
            <pc:docMk/>
            <pc:sldMk cId="3865506247" sldId="260"/>
            <ac:spMk id="2" creationId="{81C32155-3DA1-033E-ED98-B819D18D8CC3}"/>
          </ac:spMkLst>
        </pc:spChg>
        <pc:spChg chg="mod">
          <ac:chgData name="SHIVANI SRIVASTAVA" userId="6f7d575e56a99d52" providerId="LiveId" clId="{FA221806-1B6C-406E-A27D-C2EB7581407E}" dt="2026-01-21T02:33:31.509" v="602" actId="13926"/>
          <ac:spMkLst>
            <pc:docMk/>
            <pc:sldMk cId="3865506247" sldId="260"/>
            <ac:spMk id="3" creationId="{F4398ACC-3AE3-1F87-7B8C-F6EA1AEB1A43}"/>
          </ac:spMkLst>
        </pc:spChg>
      </pc:sldChg>
      <pc:sldChg chg="addSp delSp modSp new mod modClrScheme chgLayout">
        <pc:chgData name="SHIVANI SRIVASTAVA" userId="6f7d575e56a99d52" providerId="LiveId" clId="{FA221806-1B6C-406E-A27D-C2EB7581407E}" dt="2026-01-21T02:35:06.786" v="623" actId="20577"/>
        <pc:sldMkLst>
          <pc:docMk/>
          <pc:sldMk cId="474409455" sldId="261"/>
        </pc:sldMkLst>
        <pc:spChg chg="del">
          <ac:chgData name="SHIVANI SRIVASTAVA" userId="6f7d575e56a99d52" providerId="LiveId" clId="{FA221806-1B6C-406E-A27D-C2EB7581407E}" dt="2026-01-21T02:27:40.433" v="415" actId="700"/>
          <ac:spMkLst>
            <pc:docMk/>
            <pc:sldMk cId="474409455" sldId="261"/>
            <ac:spMk id="2" creationId="{5D47C1E6-8819-B45F-E3B6-E141DC6D811A}"/>
          </ac:spMkLst>
        </pc:spChg>
        <pc:spChg chg="del">
          <ac:chgData name="SHIVANI SRIVASTAVA" userId="6f7d575e56a99d52" providerId="LiveId" clId="{FA221806-1B6C-406E-A27D-C2EB7581407E}" dt="2026-01-21T02:27:40.433" v="415" actId="700"/>
          <ac:spMkLst>
            <pc:docMk/>
            <pc:sldMk cId="474409455" sldId="261"/>
            <ac:spMk id="3" creationId="{BD416E77-9FD2-F286-EFF2-8A3E52B1DBCD}"/>
          </ac:spMkLst>
        </pc:spChg>
        <pc:spChg chg="add mod">
          <ac:chgData name="SHIVANI SRIVASTAVA" userId="6f7d575e56a99d52" providerId="LiveId" clId="{FA221806-1B6C-406E-A27D-C2EB7581407E}" dt="2026-01-21T02:27:45.741" v="418" actId="208"/>
          <ac:spMkLst>
            <pc:docMk/>
            <pc:sldMk cId="474409455" sldId="261"/>
            <ac:spMk id="4" creationId="{FC20FA55-083B-E269-EFE5-3EB99466AF23}"/>
          </ac:spMkLst>
        </pc:spChg>
        <pc:spChg chg="add mod">
          <ac:chgData name="SHIVANI SRIVASTAVA" userId="6f7d575e56a99d52" providerId="LiveId" clId="{FA221806-1B6C-406E-A27D-C2EB7581407E}" dt="2026-01-21T02:28:05.233" v="420" actId="1076"/>
          <ac:spMkLst>
            <pc:docMk/>
            <pc:sldMk cId="474409455" sldId="261"/>
            <ac:spMk id="5" creationId="{C5824110-CF3C-7198-8CBA-F20877C05BFB}"/>
          </ac:spMkLst>
        </pc:spChg>
        <pc:spChg chg="add mod">
          <ac:chgData name="SHIVANI SRIVASTAVA" userId="6f7d575e56a99d52" providerId="LiveId" clId="{FA221806-1B6C-406E-A27D-C2EB7581407E}" dt="2026-01-21T02:31:42.979" v="597" actId="14100"/>
          <ac:spMkLst>
            <pc:docMk/>
            <pc:sldMk cId="474409455" sldId="261"/>
            <ac:spMk id="6" creationId="{8A522C49-0036-4AB4-EA89-FE34D3A74F17}"/>
          </ac:spMkLst>
        </pc:spChg>
        <pc:spChg chg="add mod">
          <ac:chgData name="SHIVANI SRIVASTAVA" userId="6f7d575e56a99d52" providerId="LiveId" clId="{FA221806-1B6C-406E-A27D-C2EB7581407E}" dt="2026-01-21T02:31:27.909" v="594" actId="1076"/>
          <ac:spMkLst>
            <pc:docMk/>
            <pc:sldMk cId="474409455" sldId="261"/>
            <ac:spMk id="7" creationId="{7F012852-FD19-C4F5-1116-569D2931AEDB}"/>
          </ac:spMkLst>
        </pc:spChg>
        <pc:spChg chg="add mod">
          <ac:chgData name="SHIVANI SRIVASTAVA" userId="6f7d575e56a99d52" providerId="LiveId" clId="{FA221806-1B6C-406E-A27D-C2EB7581407E}" dt="2026-01-21T02:31:22.573" v="593" actId="1076"/>
          <ac:spMkLst>
            <pc:docMk/>
            <pc:sldMk cId="474409455" sldId="261"/>
            <ac:spMk id="8" creationId="{6CF67FB0-67D2-2AA6-ABAE-1B7CF0FB9F74}"/>
          </ac:spMkLst>
        </pc:spChg>
        <pc:spChg chg="add mod">
          <ac:chgData name="SHIVANI SRIVASTAVA" userId="6f7d575e56a99d52" providerId="LiveId" clId="{FA221806-1B6C-406E-A27D-C2EB7581407E}" dt="2026-01-21T02:31:56.747" v="600" actId="14100"/>
          <ac:spMkLst>
            <pc:docMk/>
            <pc:sldMk cId="474409455" sldId="261"/>
            <ac:spMk id="14" creationId="{47B53513-1956-B94F-7253-FC14B30EC540}"/>
          </ac:spMkLst>
        </pc:spChg>
        <pc:spChg chg="add mod">
          <ac:chgData name="SHIVANI SRIVASTAVA" userId="6f7d575e56a99d52" providerId="LiveId" clId="{FA221806-1B6C-406E-A27D-C2EB7581407E}" dt="2026-01-21T02:30:12.329" v="470" actId="14100"/>
          <ac:spMkLst>
            <pc:docMk/>
            <pc:sldMk cId="474409455" sldId="261"/>
            <ac:spMk id="15" creationId="{97DF4109-438E-51CB-925D-F700C8F96C08}"/>
          </ac:spMkLst>
        </pc:spChg>
        <pc:spChg chg="add mod">
          <ac:chgData name="SHIVANI SRIVASTAVA" userId="6f7d575e56a99d52" providerId="LiveId" clId="{FA221806-1B6C-406E-A27D-C2EB7581407E}" dt="2026-01-21T02:32:05.430" v="601" actId="1076"/>
          <ac:spMkLst>
            <pc:docMk/>
            <pc:sldMk cId="474409455" sldId="261"/>
            <ac:spMk id="16" creationId="{60F27CA6-8DC1-8F82-AEF8-3E84A02A175A}"/>
          </ac:spMkLst>
        </pc:spChg>
        <pc:spChg chg="add mod">
          <ac:chgData name="SHIVANI SRIVASTAVA" userId="6f7d575e56a99d52" providerId="LiveId" clId="{FA221806-1B6C-406E-A27D-C2EB7581407E}" dt="2026-01-21T02:34:35.912" v="615" actId="20577"/>
          <ac:spMkLst>
            <pc:docMk/>
            <pc:sldMk cId="474409455" sldId="261"/>
            <ac:spMk id="17" creationId="{D45AC8E1-A110-BBF1-CBBA-8CC16A372064}"/>
          </ac:spMkLst>
        </pc:spChg>
        <pc:spChg chg="add mod">
          <ac:chgData name="SHIVANI SRIVASTAVA" userId="6f7d575e56a99d52" providerId="LiveId" clId="{FA221806-1B6C-406E-A27D-C2EB7581407E}" dt="2026-01-21T02:35:06.786" v="623" actId="20577"/>
          <ac:spMkLst>
            <pc:docMk/>
            <pc:sldMk cId="474409455" sldId="261"/>
            <ac:spMk id="18" creationId="{204C557B-A898-9D6A-99F2-1EC96EBAE7CC}"/>
          </ac:spMkLst>
        </pc:spChg>
        <pc:cxnChg chg="add">
          <ac:chgData name="SHIVANI SRIVASTAVA" userId="6f7d575e56a99d52" providerId="LiveId" clId="{FA221806-1B6C-406E-A27D-C2EB7581407E}" dt="2026-01-21T02:28:40.311" v="427" actId="11529"/>
          <ac:cxnSpMkLst>
            <pc:docMk/>
            <pc:sldMk cId="474409455" sldId="261"/>
            <ac:cxnSpMk id="10" creationId="{BAF78959-841B-0EA2-9637-7DE6F302CFBB}"/>
          </ac:cxnSpMkLst>
        </pc:cxnChg>
        <pc:cxnChg chg="add mod">
          <ac:chgData name="SHIVANI SRIVASTAVA" userId="6f7d575e56a99d52" providerId="LiveId" clId="{FA221806-1B6C-406E-A27D-C2EB7581407E}" dt="2026-01-21T02:28:49.600" v="429" actId="1076"/>
          <ac:cxnSpMkLst>
            <pc:docMk/>
            <pc:sldMk cId="474409455" sldId="261"/>
            <ac:cxnSpMk id="11" creationId="{E13E1562-8EAC-92FB-3688-26C5380F3B65}"/>
          </ac:cxnSpMkLst>
        </pc:cxnChg>
        <pc:cxnChg chg="add mod">
          <ac:chgData name="SHIVANI SRIVASTAVA" userId="6f7d575e56a99d52" providerId="LiveId" clId="{FA221806-1B6C-406E-A27D-C2EB7581407E}" dt="2026-01-21T02:31:40.438" v="596" actId="1076"/>
          <ac:cxnSpMkLst>
            <pc:docMk/>
            <pc:sldMk cId="474409455" sldId="261"/>
            <ac:cxnSpMk id="12" creationId="{4D156CB6-F928-570C-AB52-EBEDD6EB779F}"/>
          </ac:cxnSpMkLst>
        </pc:cxnChg>
        <pc:cxnChg chg="add mod">
          <ac:chgData name="SHIVANI SRIVASTAVA" userId="6f7d575e56a99d52" providerId="LiveId" clId="{FA221806-1B6C-406E-A27D-C2EB7581407E}" dt="2026-01-21T02:31:22.573" v="593" actId="1076"/>
          <ac:cxnSpMkLst>
            <pc:docMk/>
            <pc:sldMk cId="474409455" sldId="261"/>
            <ac:cxnSpMk id="13" creationId="{86758D61-60E4-F48C-DA07-68BD8D537CD3}"/>
          </ac:cxnSpMkLst>
        </pc:cxnChg>
      </pc:sldChg>
      <pc:sldChg chg="addSp modSp new mod ord modClrScheme chgLayout">
        <pc:chgData name="SHIVANI SRIVASTAVA" userId="6f7d575e56a99d52" providerId="LiveId" clId="{FA221806-1B6C-406E-A27D-C2EB7581407E}" dt="2026-01-21T02:42:51.074" v="731" actId="27636"/>
        <pc:sldMkLst>
          <pc:docMk/>
          <pc:sldMk cId="1747606868" sldId="262"/>
        </pc:sldMkLst>
        <pc:spChg chg="add mod">
          <ac:chgData name="SHIVANI SRIVASTAVA" userId="6f7d575e56a99d52" providerId="LiveId" clId="{FA221806-1B6C-406E-A27D-C2EB7581407E}" dt="2026-01-21T02:36:27.190" v="672" actId="20577"/>
          <ac:spMkLst>
            <pc:docMk/>
            <pc:sldMk cId="1747606868" sldId="262"/>
            <ac:spMk id="2" creationId="{9EC8D6DD-3C69-E4AE-1D49-8F6254BB72F8}"/>
          </ac:spMkLst>
        </pc:spChg>
        <pc:spChg chg="add mod">
          <ac:chgData name="SHIVANI SRIVASTAVA" userId="6f7d575e56a99d52" providerId="LiveId" clId="{FA221806-1B6C-406E-A27D-C2EB7581407E}" dt="2026-01-21T02:42:51.074" v="731" actId="27636"/>
          <ac:spMkLst>
            <pc:docMk/>
            <pc:sldMk cId="1747606868" sldId="262"/>
            <ac:spMk id="3" creationId="{8E220B91-8204-8148-AC40-D5368CB025E0}"/>
          </ac:spMkLst>
        </pc:spChg>
      </pc:sldChg>
      <pc:sldChg chg="modSp new mod ord">
        <pc:chgData name="SHIVANI SRIVASTAVA" userId="6f7d575e56a99d52" providerId="LiveId" clId="{FA221806-1B6C-406E-A27D-C2EB7581407E}" dt="2026-01-21T02:42:00.289" v="696"/>
        <pc:sldMkLst>
          <pc:docMk/>
          <pc:sldMk cId="1011873060" sldId="263"/>
        </pc:sldMkLst>
        <pc:spChg chg="mod">
          <ac:chgData name="SHIVANI SRIVASTAVA" userId="6f7d575e56a99d52" providerId="LiveId" clId="{FA221806-1B6C-406E-A27D-C2EB7581407E}" dt="2026-01-21T02:36:48.840" v="692" actId="20577"/>
          <ac:spMkLst>
            <pc:docMk/>
            <pc:sldMk cId="1011873060" sldId="263"/>
            <ac:spMk id="2" creationId="{D594A3D1-3BEB-01EF-191A-180BC4E1DAC8}"/>
          </ac:spMkLst>
        </pc:spChg>
        <pc:spChg chg="mod">
          <ac:chgData name="SHIVANI SRIVASTAVA" userId="6f7d575e56a99d52" providerId="LiveId" clId="{FA221806-1B6C-406E-A27D-C2EB7581407E}" dt="2026-01-21T02:41:57.242" v="694"/>
          <ac:spMkLst>
            <pc:docMk/>
            <pc:sldMk cId="1011873060" sldId="263"/>
            <ac:spMk id="3" creationId="{616F2A1F-877F-2FEF-0C74-B8A4DDE413C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C4F9-3FAE-B482-F93A-D2AD66883B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D77F39-11D9-DB80-EB86-9E26FB60F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FE45AC-B7D5-E105-C132-27B76C8E1272}"/>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5" name="Footer Placeholder 4">
            <a:extLst>
              <a:ext uri="{FF2B5EF4-FFF2-40B4-BE49-F238E27FC236}">
                <a16:creationId xmlns:a16="http://schemas.microsoft.com/office/drawing/2014/main" id="{3CA0BBF2-E9F1-777C-50D1-202C207C03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5D659-4C51-CB6D-514D-708F8D2C8FDC}"/>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927853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5866-FE98-95E9-4D16-C6F01A5F65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35B097-0A1F-2E4A-0958-FF32ABD6F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01D82-ED11-727F-5A22-8663BDE579EB}"/>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5" name="Footer Placeholder 4">
            <a:extLst>
              <a:ext uri="{FF2B5EF4-FFF2-40B4-BE49-F238E27FC236}">
                <a16:creationId xmlns:a16="http://schemas.microsoft.com/office/drawing/2014/main" id="{6C538522-4EA4-AB2B-2FB4-7BCEC4FD85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759451-6DBD-0CF6-ADD7-3F625F8389CA}"/>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341829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98F3-22CC-2EB9-3CF2-547781587F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9795D2-A1BF-53F1-E2A4-8EC439FECC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99B74F-6CC4-E750-AE93-36D9A959446A}"/>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5" name="Footer Placeholder 4">
            <a:extLst>
              <a:ext uri="{FF2B5EF4-FFF2-40B4-BE49-F238E27FC236}">
                <a16:creationId xmlns:a16="http://schemas.microsoft.com/office/drawing/2014/main" id="{639661FD-62F2-F1C0-96A6-6CE7030A1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9B3C0C-2A2A-6CEF-B741-583F2B471932}"/>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371160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D78A-1670-BE2F-C78B-A610E7D18A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5EFE6F-0609-9079-34AC-3FE785B38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571E06-A8F6-2E4A-72DF-5CA5FBB458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95C49F-8C73-681B-83CE-B0302C4B87D6}"/>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6" name="Footer Placeholder 5">
            <a:extLst>
              <a:ext uri="{FF2B5EF4-FFF2-40B4-BE49-F238E27FC236}">
                <a16:creationId xmlns:a16="http://schemas.microsoft.com/office/drawing/2014/main" id="{4F82CB7C-A199-C680-61EF-3E5D7FCFBB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95E9C6-5A4A-F1B0-51E0-313AABFBC31A}"/>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4143059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F392-522D-C6EF-9CE4-4077CD581E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3C423B-315C-E92C-7C98-8C9BBDC3C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2F586-B78B-945F-5B34-2509D8020A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43702B-69C6-4BD2-1FBF-1417258DDD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79BF5C-B1FA-3AC5-8B0D-79F92D3C4E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532089-BE07-B5BD-315D-030104068076}"/>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8" name="Footer Placeholder 7">
            <a:extLst>
              <a:ext uri="{FF2B5EF4-FFF2-40B4-BE49-F238E27FC236}">
                <a16:creationId xmlns:a16="http://schemas.microsoft.com/office/drawing/2014/main" id="{FA34EA84-F528-5700-0284-5BDD173721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553867-5D93-9495-5047-3B03C2E01351}"/>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2468881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1DB45-F1E3-F8AF-C545-0E06786882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B54D4E-E2DC-8E13-9D1C-9F6D090C543F}"/>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4" name="Footer Placeholder 3">
            <a:extLst>
              <a:ext uri="{FF2B5EF4-FFF2-40B4-BE49-F238E27FC236}">
                <a16:creationId xmlns:a16="http://schemas.microsoft.com/office/drawing/2014/main" id="{337831E1-E96C-F547-A66E-04E7E26321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24CB4D-EE52-7504-828F-20A67732E331}"/>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997291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B274D-ADFC-5ACD-691A-6AD49C18B33B}"/>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3" name="Footer Placeholder 2">
            <a:extLst>
              <a:ext uri="{FF2B5EF4-FFF2-40B4-BE49-F238E27FC236}">
                <a16:creationId xmlns:a16="http://schemas.microsoft.com/office/drawing/2014/main" id="{E145F5EB-E961-1841-4107-3214008C52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EE2A75-1303-B092-22A4-8F71D43636D9}"/>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3132329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3CB45-A944-3026-E4F9-44184E4770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D3864E-5979-223E-5D24-DEC4F27425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0B3EF8-2FF4-D02F-E855-357BE3B4ED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FDAEB1-4515-F322-E703-8DA94C2E7D9A}"/>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6" name="Footer Placeholder 5">
            <a:extLst>
              <a:ext uri="{FF2B5EF4-FFF2-40B4-BE49-F238E27FC236}">
                <a16:creationId xmlns:a16="http://schemas.microsoft.com/office/drawing/2014/main" id="{AB965C2B-C651-BCAE-F7FF-E550664176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9B3AF2-A92B-4347-A89A-E26B52A74470}"/>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3113745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8FB6C-F097-889C-48C2-64EE06376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20324B-16E6-A0C8-7616-587EC6AB28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79D991B-B6FB-23B2-6A06-D907B777A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34F8B8-A899-59B6-CEDA-8E6803826F8D}"/>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6" name="Footer Placeholder 5">
            <a:extLst>
              <a:ext uri="{FF2B5EF4-FFF2-40B4-BE49-F238E27FC236}">
                <a16:creationId xmlns:a16="http://schemas.microsoft.com/office/drawing/2014/main" id="{B4ABE5C9-2E0E-B6CC-AD05-F12C6F3AD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836D27-3093-44F0-0668-8874B456B487}"/>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581574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BE90-73B2-1589-B95D-50F8376F6E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190D73-414C-C3C5-1652-30BD36AC7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F1328A-3A7D-F4C2-9E3C-AA666EDB3B16}"/>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5" name="Footer Placeholder 4">
            <a:extLst>
              <a:ext uri="{FF2B5EF4-FFF2-40B4-BE49-F238E27FC236}">
                <a16:creationId xmlns:a16="http://schemas.microsoft.com/office/drawing/2014/main" id="{F6C2B939-8CBB-2F87-D2DF-D9CE28CAAB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9E2EA2-3B0E-7A13-68C8-0D81A1343206}"/>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737068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01C245-AFD4-6E47-8BA6-4062DC6130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DF5430-5D8E-88F5-2184-11B0960048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8BAEA-B730-9CF9-0BE8-DD9F5BF7D07F}"/>
              </a:ext>
            </a:extLst>
          </p:cNvPr>
          <p:cNvSpPr>
            <a:spLocks noGrp="1"/>
          </p:cNvSpPr>
          <p:nvPr>
            <p:ph type="dt" sz="half" idx="10"/>
          </p:nvPr>
        </p:nvSpPr>
        <p:spPr/>
        <p:txBody>
          <a:bodyPr/>
          <a:lstStyle/>
          <a:p>
            <a:fld id="{D9A2623F-0B59-4C9F-92F5-6B189AB687F8}" type="datetimeFigureOut">
              <a:rPr lang="en-IN" smtClean="0"/>
              <a:t>21-01-2026</a:t>
            </a:fld>
            <a:endParaRPr lang="en-IN"/>
          </a:p>
        </p:txBody>
      </p:sp>
      <p:sp>
        <p:nvSpPr>
          <p:cNvPr id="5" name="Footer Placeholder 4">
            <a:extLst>
              <a:ext uri="{FF2B5EF4-FFF2-40B4-BE49-F238E27FC236}">
                <a16:creationId xmlns:a16="http://schemas.microsoft.com/office/drawing/2014/main" id="{BD10C0CF-FE65-DFEC-EFB9-B13FC7C87B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5746C3-AF3A-0CD1-31C4-7C2B86691CCD}"/>
              </a:ext>
            </a:extLst>
          </p:cNvPr>
          <p:cNvSpPr>
            <a:spLocks noGrp="1"/>
          </p:cNvSpPr>
          <p:nvPr>
            <p:ph type="sldNum" sz="quarter" idx="12"/>
          </p:nvPr>
        </p:nvSpPr>
        <p:spPr/>
        <p:txBody>
          <a:bodyPr/>
          <a:lstStyle/>
          <a:p>
            <a:fld id="{C78A4092-2A49-489B-9E51-205EAE1A66E7}" type="slidenum">
              <a:rPr lang="en-IN" smtClean="0"/>
              <a:t>‹#›</a:t>
            </a:fld>
            <a:endParaRPr lang="en-IN"/>
          </a:p>
        </p:txBody>
      </p:sp>
    </p:spTree>
    <p:extLst>
      <p:ext uri="{BB962C8B-B14F-4D97-AF65-F5344CB8AC3E}">
        <p14:creationId xmlns:p14="http://schemas.microsoft.com/office/powerpoint/2010/main" val="3574637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1FA32A-BCA3-4BD3-012E-E331814E23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F89A49-5F3D-9939-3835-1E731AD6E0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6C9B0E-9499-8FBA-0C6C-E1E824B245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A2623F-0B59-4C9F-92F5-6B189AB687F8}" type="datetimeFigureOut">
              <a:rPr lang="en-IN" smtClean="0"/>
              <a:t>21-01-2026</a:t>
            </a:fld>
            <a:endParaRPr lang="en-IN"/>
          </a:p>
        </p:txBody>
      </p:sp>
      <p:sp>
        <p:nvSpPr>
          <p:cNvPr id="5" name="Footer Placeholder 4">
            <a:extLst>
              <a:ext uri="{FF2B5EF4-FFF2-40B4-BE49-F238E27FC236}">
                <a16:creationId xmlns:a16="http://schemas.microsoft.com/office/drawing/2014/main" id="{8D5C388E-6D05-A3F3-43D9-D39AD591ED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0BDBCB1-5EFA-E6A7-1D91-81E3688A6B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8A4092-2A49-489B-9E51-205EAE1A66E7}" type="slidenum">
              <a:rPr lang="en-IN" smtClean="0"/>
              <a:t>‹#›</a:t>
            </a:fld>
            <a:endParaRPr lang="en-IN"/>
          </a:p>
        </p:txBody>
      </p:sp>
    </p:spTree>
    <p:extLst>
      <p:ext uri="{BB962C8B-B14F-4D97-AF65-F5344CB8AC3E}">
        <p14:creationId xmlns:p14="http://schemas.microsoft.com/office/powerpoint/2010/main" val="1020000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jacopoferretti/child-vs-mother-iq?select=gifted.csv"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kaggle.com/datasets/samxsam/human-cognitive-performance-analysi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ziya07/community-elderly-cognitive-health-datase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7DD1-6587-E46C-CF6B-17CF0A178752}"/>
              </a:ext>
            </a:extLst>
          </p:cNvPr>
          <p:cNvSpPr>
            <a:spLocks noGrp="1"/>
          </p:cNvSpPr>
          <p:nvPr>
            <p:ph type="ctrTitle"/>
          </p:nvPr>
        </p:nvSpPr>
        <p:spPr/>
        <p:txBody>
          <a:bodyPr/>
          <a:lstStyle/>
          <a:p>
            <a:r>
              <a:rPr lang="en-US" dirty="0"/>
              <a:t>IQ Predictor</a:t>
            </a:r>
            <a:endParaRPr lang="en-IN" dirty="0"/>
          </a:p>
        </p:txBody>
      </p:sp>
      <p:sp>
        <p:nvSpPr>
          <p:cNvPr id="3" name="Subtitle 2">
            <a:extLst>
              <a:ext uri="{FF2B5EF4-FFF2-40B4-BE49-F238E27FC236}">
                <a16:creationId xmlns:a16="http://schemas.microsoft.com/office/drawing/2014/main" id="{34CEA299-38BB-BA81-8F5E-9E281D81822F}"/>
              </a:ext>
            </a:extLst>
          </p:cNvPr>
          <p:cNvSpPr>
            <a:spLocks noGrp="1"/>
          </p:cNvSpPr>
          <p:nvPr>
            <p:ph type="subTitle" idx="1"/>
          </p:nvPr>
        </p:nvSpPr>
        <p:spPr/>
        <p:txBody>
          <a:bodyPr>
            <a:normAutofit lnSpcReduction="10000"/>
          </a:bodyPr>
          <a:lstStyle/>
          <a:p>
            <a:r>
              <a:rPr lang="en-US" dirty="0"/>
              <a:t>By:</a:t>
            </a:r>
          </a:p>
          <a:p>
            <a:r>
              <a:rPr lang="en-US" dirty="0"/>
              <a:t>Shivani Srivastava (23BDS0085)</a:t>
            </a:r>
          </a:p>
          <a:p>
            <a:r>
              <a:rPr lang="en-US" dirty="0"/>
              <a:t>C. Harshita (23BDS0263)</a:t>
            </a:r>
          </a:p>
          <a:p>
            <a:r>
              <a:rPr lang="en-US" dirty="0"/>
              <a:t>Sanchi Khandelwal(23BDS0300)</a:t>
            </a:r>
            <a:endParaRPr lang="en-IN" dirty="0"/>
          </a:p>
        </p:txBody>
      </p:sp>
    </p:spTree>
    <p:extLst>
      <p:ext uri="{BB962C8B-B14F-4D97-AF65-F5344CB8AC3E}">
        <p14:creationId xmlns:p14="http://schemas.microsoft.com/office/powerpoint/2010/main" val="1129859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4A3D1-3BEB-01EF-191A-180BC4E1DAC8}"/>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616F2A1F-877F-2FEF-0C74-B8A4DDE413C9}"/>
              </a:ext>
            </a:extLst>
          </p:cNvPr>
          <p:cNvSpPr>
            <a:spLocks noGrp="1"/>
          </p:cNvSpPr>
          <p:nvPr>
            <p:ph idx="1"/>
          </p:nvPr>
        </p:nvSpPr>
        <p:spPr/>
        <p:txBody>
          <a:bodyPr/>
          <a:lstStyle/>
          <a:p>
            <a:pPr marL="0" indent="0">
              <a:buNone/>
            </a:pPr>
            <a:r>
              <a:rPr lang="en-US" dirty="0"/>
              <a:t>In today’s digital and fast-paced lifestyle, factors such as screen time, sleep, stress, diet, exercise, and caffeine intake significantly influence cognitive health. However, these influences vary across different age groups—children, adults, and older individuals. There is no simple way to analyze how these everyday habits collectively impact cognitive strength and IQ. This project aims to bridge that gap by using real-world data to predict IQ based on lifestyle, biological, and cognitive factors across age groups.</a:t>
            </a:r>
            <a:endParaRPr lang="en-IN" dirty="0"/>
          </a:p>
        </p:txBody>
      </p:sp>
    </p:spTree>
    <p:extLst>
      <p:ext uri="{BB962C8B-B14F-4D97-AF65-F5344CB8AC3E}">
        <p14:creationId xmlns:p14="http://schemas.microsoft.com/office/powerpoint/2010/main" val="1011873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8D6DD-3C69-E4AE-1D49-8F6254BB72F8}"/>
              </a:ext>
            </a:extLst>
          </p:cNvPr>
          <p:cNvSpPr>
            <a:spLocks noGrp="1"/>
          </p:cNvSpPr>
          <p:nvPr>
            <p:ph type="title"/>
          </p:nvPr>
        </p:nvSpPr>
        <p:spPr/>
        <p:txBody>
          <a:bodyPr/>
          <a:lstStyle/>
          <a:p>
            <a:r>
              <a:rPr lang="en-US" dirty="0"/>
              <a:t>Objective</a:t>
            </a:r>
            <a:endParaRPr lang="en-IN" dirty="0"/>
          </a:p>
        </p:txBody>
      </p:sp>
      <p:sp>
        <p:nvSpPr>
          <p:cNvPr id="3" name="Content Placeholder 2">
            <a:extLst>
              <a:ext uri="{FF2B5EF4-FFF2-40B4-BE49-F238E27FC236}">
                <a16:creationId xmlns:a16="http://schemas.microsoft.com/office/drawing/2014/main" id="{8E220B91-8204-8148-AC40-D5368CB025E0}"/>
              </a:ext>
            </a:extLst>
          </p:cNvPr>
          <p:cNvSpPr>
            <a:spLocks noGrp="1"/>
          </p:cNvSpPr>
          <p:nvPr>
            <p:ph idx="1"/>
          </p:nvPr>
        </p:nvSpPr>
        <p:spPr/>
        <p:txBody>
          <a:bodyPr>
            <a:normAutofit lnSpcReduction="10000"/>
          </a:bodyPr>
          <a:lstStyle/>
          <a:p>
            <a:r>
              <a:rPr lang="en-US" dirty="0"/>
              <a:t>To collect and analyze data on lifestyle and cognitive factors such as sleep, stress, diet, exercise, screen time, caffeine intake, reaction time, and memory score.	</a:t>
            </a:r>
          </a:p>
          <a:p>
            <a:r>
              <a:rPr lang="en-US" dirty="0"/>
              <a:t>To evaluate cognitive strength for different age groups: children, adults, and older people.	</a:t>
            </a:r>
          </a:p>
          <a:p>
            <a:r>
              <a:rPr lang="en-US" dirty="0"/>
              <a:t>To build a model that predicts IQ using these factors.	</a:t>
            </a:r>
          </a:p>
          <a:p>
            <a:r>
              <a:rPr lang="en-US" dirty="0"/>
              <a:t>To understand how daily habits and age affect cognitive performance.</a:t>
            </a:r>
            <a:r>
              <a:rPr lang="en-US"/>
              <a:t>	</a:t>
            </a:r>
          </a:p>
          <a:p>
            <a:r>
              <a:rPr lang="en-US"/>
              <a:t>To </a:t>
            </a:r>
            <a:r>
              <a:rPr lang="en-US" dirty="0"/>
              <a:t>promote awareness about the impact of lifestyle on brain health and intelligence.</a:t>
            </a:r>
            <a:endParaRPr lang="en-IN" dirty="0"/>
          </a:p>
        </p:txBody>
      </p:sp>
    </p:spTree>
    <p:extLst>
      <p:ext uri="{BB962C8B-B14F-4D97-AF65-F5344CB8AC3E}">
        <p14:creationId xmlns:p14="http://schemas.microsoft.com/office/powerpoint/2010/main" val="1747606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DB9D-37E5-F9D1-F282-78BFC3FE3EBD}"/>
              </a:ext>
            </a:extLst>
          </p:cNvPr>
          <p:cNvSpPr>
            <a:spLocks noGrp="1"/>
          </p:cNvSpPr>
          <p:nvPr>
            <p:ph type="title"/>
          </p:nvPr>
        </p:nvSpPr>
        <p:spPr/>
        <p:txBody>
          <a:bodyPr/>
          <a:lstStyle/>
          <a:p>
            <a:r>
              <a:rPr lang="en-US" dirty="0"/>
              <a:t>Children IQ</a:t>
            </a:r>
            <a:endParaRPr lang="en-IN" dirty="0"/>
          </a:p>
        </p:txBody>
      </p:sp>
      <p:sp>
        <p:nvSpPr>
          <p:cNvPr id="3" name="Content Placeholder 2">
            <a:extLst>
              <a:ext uri="{FF2B5EF4-FFF2-40B4-BE49-F238E27FC236}">
                <a16:creationId xmlns:a16="http://schemas.microsoft.com/office/drawing/2014/main" id="{CDE1A37B-F5D6-A177-9A5F-458660C5FB61}"/>
              </a:ext>
            </a:extLst>
          </p:cNvPr>
          <p:cNvSpPr>
            <a:spLocks noGrp="1"/>
          </p:cNvSpPr>
          <p:nvPr>
            <p:ph idx="1"/>
          </p:nvPr>
        </p:nvSpPr>
        <p:spPr/>
        <p:txBody>
          <a:bodyPr>
            <a:normAutofit fontScale="92500" lnSpcReduction="10000"/>
          </a:bodyPr>
          <a:lstStyle/>
          <a:p>
            <a:pPr marL="0" indent="0">
              <a:buNone/>
            </a:pPr>
            <a:r>
              <a:rPr lang="en-US" dirty="0"/>
              <a:t>Dataset: </a:t>
            </a:r>
            <a:r>
              <a:rPr lang="en-US" dirty="0">
                <a:hlinkClick r:id="rId2"/>
              </a:rPr>
              <a:t>https://www.kaggle.com/datasets/jacopoferretti/child-vs-mother-iq?select=gifted.csv</a:t>
            </a:r>
            <a:endParaRPr lang="en-US" dirty="0"/>
          </a:p>
          <a:p>
            <a:pPr marL="0" indent="0">
              <a:buNone/>
            </a:pPr>
            <a:endParaRPr lang="en-US" dirty="0"/>
          </a:p>
          <a:p>
            <a:pPr marL="0" indent="0">
              <a:buNone/>
            </a:pPr>
            <a:r>
              <a:rPr lang="en-US" dirty="0"/>
              <a:t>Research papers:</a:t>
            </a:r>
          </a:p>
          <a:p>
            <a:pPr marL="514350" indent="-514350">
              <a:buAutoNum type="arabicPeriod"/>
            </a:pPr>
            <a:r>
              <a:rPr lang="en-US" dirty="0"/>
              <a:t>Predicting Children’s Cognitive Ability Using Machine Learning Techniques --  Computers in Human Behavior (Elsevier)</a:t>
            </a:r>
          </a:p>
          <a:p>
            <a:pPr marL="514350" indent="-514350">
              <a:buAutoNum type="arabicPeriod"/>
            </a:pPr>
            <a:r>
              <a:rPr lang="en-US" dirty="0"/>
              <a:t>Machine Learning Models for Early Prediction of Cognitive Performance in Children --  IEEE Access</a:t>
            </a:r>
          </a:p>
          <a:p>
            <a:pPr marL="514350" indent="-514350">
              <a:buAutoNum type="arabicPeriod"/>
            </a:pPr>
            <a:r>
              <a:rPr lang="en-US" dirty="0"/>
              <a:t>Socioeconomic and Educational Factors Influencing Child Intelligence: A Machine Learning Approach --  Springer – Social Indicators Research</a:t>
            </a:r>
          </a:p>
          <a:p>
            <a:pPr marL="0" indent="0">
              <a:buNone/>
            </a:pPr>
            <a:endParaRPr lang="en-IN" dirty="0"/>
          </a:p>
        </p:txBody>
      </p:sp>
    </p:spTree>
    <p:extLst>
      <p:ext uri="{BB962C8B-B14F-4D97-AF65-F5344CB8AC3E}">
        <p14:creationId xmlns:p14="http://schemas.microsoft.com/office/powerpoint/2010/main" val="689545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AB81-6A32-2DDF-1674-88F1368ECEE3}"/>
              </a:ext>
            </a:extLst>
          </p:cNvPr>
          <p:cNvSpPr>
            <a:spLocks noGrp="1"/>
          </p:cNvSpPr>
          <p:nvPr>
            <p:ph type="title"/>
          </p:nvPr>
        </p:nvSpPr>
        <p:spPr/>
        <p:txBody>
          <a:bodyPr/>
          <a:lstStyle/>
          <a:p>
            <a:r>
              <a:rPr lang="en-US" dirty="0"/>
              <a:t>Adult IQ</a:t>
            </a:r>
            <a:endParaRPr lang="en-IN" dirty="0"/>
          </a:p>
        </p:txBody>
      </p:sp>
      <p:sp>
        <p:nvSpPr>
          <p:cNvPr id="3" name="Content Placeholder 2">
            <a:extLst>
              <a:ext uri="{FF2B5EF4-FFF2-40B4-BE49-F238E27FC236}">
                <a16:creationId xmlns:a16="http://schemas.microsoft.com/office/drawing/2014/main" id="{246AB62A-1057-0417-2993-6283A5D37165}"/>
              </a:ext>
            </a:extLst>
          </p:cNvPr>
          <p:cNvSpPr>
            <a:spLocks noGrp="1"/>
          </p:cNvSpPr>
          <p:nvPr>
            <p:ph idx="1"/>
          </p:nvPr>
        </p:nvSpPr>
        <p:spPr/>
        <p:txBody>
          <a:bodyPr>
            <a:normAutofit fontScale="92500"/>
          </a:bodyPr>
          <a:lstStyle/>
          <a:p>
            <a:pPr marL="0" indent="0">
              <a:buNone/>
            </a:pPr>
            <a:r>
              <a:rPr lang="en-US" dirty="0"/>
              <a:t>Dataset: </a:t>
            </a:r>
            <a:r>
              <a:rPr lang="en-US" dirty="0">
                <a:hlinkClick r:id="rId2"/>
              </a:rPr>
              <a:t>https://www.kaggle.com/datasets/samxsam/human-cognitive-performance-analysis</a:t>
            </a:r>
            <a:endParaRPr lang="en-US" dirty="0"/>
          </a:p>
          <a:p>
            <a:pPr marL="0" indent="0">
              <a:buNone/>
            </a:pPr>
            <a:endParaRPr lang="en-US" dirty="0"/>
          </a:p>
          <a:p>
            <a:pPr marL="0" indent="0">
              <a:buNone/>
            </a:pPr>
            <a:r>
              <a:rPr lang="en-US" dirty="0"/>
              <a:t>Papers:</a:t>
            </a:r>
          </a:p>
          <a:p>
            <a:pPr marL="0" indent="0">
              <a:buNone/>
            </a:pPr>
            <a:r>
              <a:rPr lang="en-US" dirty="0"/>
              <a:t>4. Intelligence Quotient Prediction Using Machine Learning Algorithms --   International Journal of Advanced Computer Science and Applications</a:t>
            </a:r>
          </a:p>
          <a:p>
            <a:pPr marL="0" indent="0">
              <a:buNone/>
            </a:pPr>
            <a:r>
              <a:rPr lang="en-US" dirty="0"/>
              <a:t>5. A Comparative Study of Machine Learning Techniques for Cognitive Score Prediction --  Applied Artificial Intelligence (Taylor &amp; Francis)</a:t>
            </a:r>
          </a:p>
          <a:p>
            <a:pPr marL="0" indent="0">
              <a:buNone/>
            </a:pPr>
            <a:r>
              <a:rPr lang="en-US" dirty="0"/>
              <a:t>6. Predicting Human Cognitive Performance Using Demographic and Behavioral Data --  Expert Systems with Applications (Elsevier)</a:t>
            </a:r>
          </a:p>
          <a:p>
            <a:pPr marL="0" indent="0">
              <a:buNone/>
            </a:pPr>
            <a:endParaRPr lang="en-IN" dirty="0"/>
          </a:p>
        </p:txBody>
      </p:sp>
    </p:spTree>
    <p:extLst>
      <p:ext uri="{BB962C8B-B14F-4D97-AF65-F5344CB8AC3E}">
        <p14:creationId xmlns:p14="http://schemas.microsoft.com/office/powerpoint/2010/main" val="423508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FCAB6-3A8D-84AC-4A5F-B36C6B8BD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356FB-C94B-F30E-F71A-4D0B7F7CB98E}"/>
              </a:ext>
            </a:extLst>
          </p:cNvPr>
          <p:cNvSpPr>
            <a:spLocks noGrp="1"/>
          </p:cNvSpPr>
          <p:nvPr>
            <p:ph type="title"/>
          </p:nvPr>
        </p:nvSpPr>
        <p:spPr/>
        <p:txBody>
          <a:bodyPr/>
          <a:lstStyle/>
          <a:p>
            <a:r>
              <a:rPr lang="en-US" dirty="0"/>
              <a:t>Senior Citizen IQ</a:t>
            </a:r>
            <a:endParaRPr lang="en-IN" dirty="0"/>
          </a:p>
        </p:txBody>
      </p:sp>
      <p:sp>
        <p:nvSpPr>
          <p:cNvPr id="3" name="Content Placeholder 2">
            <a:extLst>
              <a:ext uri="{FF2B5EF4-FFF2-40B4-BE49-F238E27FC236}">
                <a16:creationId xmlns:a16="http://schemas.microsoft.com/office/drawing/2014/main" id="{01AA6201-AC47-336B-AE0A-5424347EA28E}"/>
              </a:ext>
            </a:extLst>
          </p:cNvPr>
          <p:cNvSpPr>
            <a:spLocks noGrp="1"/>
          </p:cNvSpPr>
          <p:nvPr>
            <p:ph idx="1"/>
          </p:nvPr>
        </p:nvSpPr>
        <p:spPr/>
        <p:txBody>
          <a:bodyPr>
            <a:normAutofit lnSpcReduction="10000"/>
          </a:bodyPr>
          <a:lstStyle/>
          <a:p>
            <a:pPr marL="0" indent="0">
              <a:buNone/>
            </a:pPr>
            <a:r>
              <a:rPr lang="en-US" dirty="0"/>
              <a:t>Dataset: </a:t>
            </a:r>
            <a:r>
              <a:rPr lang="en-US" dirty="0">
                <a:hlinkClick r:id="rId2"/>
              </a:rPr>
              <a:t>https://www.kaggle.com/datasets/ziya07/community-elderly-cognitive-health-dataset</a:t>
            </a:r>
            <a:endParaRPr lang="en-US" dirty="0"/>
          </a:p>
          <a:p>
            <a:pPr marL="0" indent="0">
              <a:buNone/>
            </a:pPr>
            <a:endParaRPr lang="en-US" dirty="0"/>
          </a:p>
          <a:p>
            <a:pPr marL="0" indent="0">
              <a:buNone/>
            </a:pPr>
            <a:r>
              <a:rPr lang="en-US" dirty="0"/>
              <a:t>Papers:</a:t>
            </a:r>
          </a:p>
          <a:p>
            <a:pPr marL="0" indent="0">
              <a:buNone/>
            </a:pPr>
            <a:r>
              <a:rPr lang="en-US" dirty="0"/>
              <a:t>7. Machine Learning-Based Cognitive Health Assessment in Elderly Populations -- BMC Medical Informatics and Decision Making</a:t>
            </a:r>
          </a:p>
          <a:p>
            <a:pPr marL="0" indent="0">
              <a:buNone/>
            </a:pPr>
            <a:r>
              <a:rPr lang="en-US" dirty="0"/>
              <a:t>8. Early Detection of Cognitive Decline Using Machine Learning Models -- IEEE Journal of Biomedical and Health Informatics</a:t>
            </a:r>
          </a:p>
          <a:p>
            <a:pPr marL="0" indent="0">
              <a:buNone/>
            </a:pPr>
            <a:r>
              <a:rPr lang="en-US" dirty="0"/>
              <a:t>9. Predictive Modeling of Cognitive Impairment in Older Adults Using Health and Lifestyle Data --  Journal of Gerontology</a:t>
            </a:r>
          </a:p>
          <a:p>
            <a:pPr marL="0" indent="0">
              <a:buNone/>
            </a:pPr>
            <a:endParaRPr lang="en-IN" dirty="0"/>
          </a:p>
        </p:txBody>
      </p:sp>
    </p:spTree>
    <p:extLst>
      <p:ext uri="{BB962C8B-B14F-4D97-AF65-F5344CB8AC3E}">
        <p14:creationId xmlns:p14="http://schemas.microsoft.com/office/powerpoint/2010/main" val="3524120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32155-3DA1-033E-ED98-B819D18D8CC3}"/>
              </a:ext>
            </a:extLst>
          </p:cNvPr>
          <p:cNvSpPr>
            <a:spLocks noGrp="1"/>
          </p:cNvSpPr>
          <p:nvPr>
            <p:ph type="title"/>
          </p:nvPr>
        </p:nvSpPr>
        <p:spPr/>
        <p:txBody>
          <a:bodyPr/>
          <a:lstStyle/>
          <a:p>
            <a:r>
              <a:rPr lang="en-US" dirty="0"/>
              <a:t>General Research paper</a:t>
            </a:r>
            <a:endParaRPr lang="en-IN" dirty="0"/>
          </a:p>
        </p:txBody>
      </p:sp>
      <p:sp>
        <p:nvSpPr>
          <p:cNvPr id="3" name="Content Placeholder 2">
            <a:extLst>
              <a:ext uri="{FF2B5EF4-FFF2-40B4-BE49-F238E27FC236}">
                <a16:creationId xmlns:a16="http://schemas.microsoft.com/office/drawing/2014/main" id="{F4398ACC-3AE3-1F87-7B8C-F6EA1AEB1A43}"/>
              </a:ext>
            </a:extLst>
          </p:cNvPr>
          <p:cNvSpPr>
            <a:spLocks noGrp="1"/>
          </p:cNvSpPr>
          <p:nvPr>
            <p:ph idx="1"/>
          </p:nvPr>
        </p:nvSpPr>
        <p:spPr/>
        <p:txBody>
          <a:bodyPr/>
          <a:lstStyle/>
          <a:p>
            <a:pPr marL="0" indent="0">
              <a:buNone/>
            </a:pPr>
            <a:r>
              <a:rPr lang="en-US" dirty="0"/>
              <a:t>10. A Review of Machine Learning Approaches for Intelligence and Cognitive Score Prediction --  ACM Computing Surveys</a:t>
            </a:r>
          </a:p>
          <a:p>
            <a:pPr marL="0" indent="0">
              <a:buNone/>
            </a:pPr>
            <a:endParaRPr lang="en-US" dirty="0"/>
          </a:p>
          <a:p>
            <a:pPr marL="0" indent="0">
              <a:buNone/>
            </a:pPr>
            <a:r>
              <a:rPr lang="en-US" dirty="0"/>
              <a:t>11. </a:t>
            </a:r>
            <a:r>
              <a:rPr lang="en-IN" dirty="0"/>
              <a:t>The relationship between IQ and performance on the MATRICS consensus cognitive battery </a:t>
            </a:r>
            <a:r>
              <a:rPr lang="en-US" dirty="0"/>
              <a:t>--  Expert Systems with Applications (Elsevier)</a:t>
            </a:r>
          </a:p>
          <a:p>
            <a:pPr marL="0" indent="0">
              <a:buNone/>
            </a:pPr>
            <a:endParaRPr lang="en-US" dirty="0"/>
          </a:p>
          <a:p>
            <a:endParaRPr lang="en-IN" dirty="0"/>
          </a:p>
        </p:txBody>
      </p:sp>
    </p:spTree>
    <p:extLst>
      <p:ext uri="{BB962C8B-B14F-4D97-AF65-F5344CB8AC3E}">
        <p14:creationId xmlns:p14="http://schemas.microsoft.com/office/powerpoint/2010/main" val="3865506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FC20FA55-083B-E269-EFE5-3EB99466AF23}"/>
              </a:ext>
            </a:extLst>
          </p:cNvPr>
          <p:cNvSpPr/>
          <p:nvPr/>
        </p:nvSpPr>
        <p:spPr>
          <a:xfrm>
            <a:off x="3944203" y="272955"/>
            <a:ext cx="3575713" cy="866633"/>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Oval 4">
            <a:extLst>
              <a:ext uri="{FF2B5EF4-FFF2-40B4-BE49-F238E27FC236}">
                <a16:creationId xmlns:a16="http://schemas.microsoft.com/office/drawing/2014/main" id="{C5824110-CF3C-7198-8CBA-F20877C05BFB}"/>
              </a:ext>
            </a:extLst>
          </p:cNvPr>
          <p:cNvSpPr/>
          <p:nvPr/>
        </p:nvSpPr>
        <p:spPr>
          <a:xfrm>
            <a:off x="3944203" y="1585415"/>
            <a:ext cx="3575713" cy="866633"/>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Oval 5">
            <a:extLst>
              <a:ext uri="{FF2B5EF4-FFF2-40B4-BE49-F238E27FC236}">
                <a16:creationId xmlns:a16="http://schemas.microsoft.com/office/drawing/2014/main" id="{8A522C49-0036-4AB4-EA89-FE34D3A74F17}"/>
              </a:ext>
            </a:extLst>
          </p:cNvPr>
          <p:cNvSpPr/>
          <p:nvPr/>
        </p:nvSpPr>
        <p:spPr>
          <a:xfrm>
            <a:off x="3944203" y="2897875"/>
            <a:ext cx="3575713" cy="1221475"/>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Oval 6">
            <a:extLst>
              <a:ext uri="{FF2B5EF4-FFF2-40B4-BE49-F238E27FC236}">
                <a16:creationId xmlns:a16="http://schemas.microsoft.com/office/drawing/2014/main" id="{7F012852-FD19-C4F5-1116-569D2931AEDB}"/>
              </a:ext>
            </a:extLst>
          </p:cNvPr>
          <p:cNvSpPr/>
          <p:nvPr/>
        </p:nvSpPr>
        <p:spPr>
          <a:xfrm>
            <a:off x="3944197" y="4565177"/>
            <a:ext cx="3575713" cy="866633"/>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Oval 7">
            <a:extLst>
              <a:ext uri="{FF2B5EF4-FFF2-40B4-BE49-F238E27FC236}">
                <a16:creationId xmlns:a16="http://schemas.microsoft.com/office/drawing/2014/main" id="{6CF67FB0-67D2-2AA6-ABAE-1B7CF0FB9F74}"/>
              </a:ext>
            </a:extLst>
          </p:cNvPr>
          <p:cNvSpPr/>
          <p:nvPr/>
        </p:nvSpPr>
        <p:spPr>
          <a:xfrm>
            <a:off x="3891887" y="5877637"/>
            <a:ext cx="3575713" cy="866633"/>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BAF78959-841B-0EA2-9637-7DE6F302CFBB}"/>
              </a:ext>
            </a:extLst>
          </p:cNvPr>
          <p:cNvCxnSpPr>
            <a:stCxn id="4" idx="4"/>
            <a:endCxn id="5" idx="0"/>
          </p:cNvCxnSpPr>
          <p:nvPr/>
        </p:nvCxnSpPr>
        <p:spPr>
          <a:xfrm>
            <a:off x="5732060" y="1139588"/>
            <a:ext cx="0" cy="4458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13E1562-8EAC-92FB-3688-26C5380F3B65}"/>
              </a:ext>
            </a:extLst>
          </p:cNvPr>
          <p:cNvCxnSpPr/>
          <p:nvPr/>
        </p:nvCxnSpPr>
        <p:spPr>
          <a:xfrm>
            <a:off x="5741157" y="2452048"/>
            <a:ext cx="0" cy="4458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D156CB6-F928-570C-AB52-EBEDD6EB779F}"/>
              </a:ext>
            </a:extLst>
          </p:cNvPr>
          <p:cNvCxnSpPr/>
          <p:nvPr/>
        </p:nvCxnSpPr>
        <p:spPr>
          <a:xfrm>
            <a:off x="5688842" y="4119350"/>
            <a:ext cx="0" cy="4458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6758D61-60E4-F48C-DA07-68BD8D537CD3}"/>
              </a:ext>
            </a:extLst>
          </p:cNvPr>
          <p:cNvCxnSpPr/>
          <p:nvPr/>
        </p:nvCxnSpPr>
        <p:spPr>
          <a:xfrm>
            <a:off x="5627429" y="5431810"/>
            <a:ext cx="0" cy="4458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7B53513-1956-B94F-7253-FC14B30EC540}"/>
              </a:ext>
            </a:extLst>
          </p:cNvPr>
          <p:cNvSpPr txBox="1"/>
          <p:nvPr/>
        </p:nvSpPr>
        <p:spPr>
          <a:xfrm>
            <a:off x="4053385" y="3079929"/>
            <a:ext cx="3316406" cy="1015663"/>
          </a:xfrm>
          <a:prstGeom prst="rect">
            <a:avLst/>
          </a:prstGeom>
          <a:noFill/>
        </p:spPr>
        <p:txBody>
          <a:bodyPr wrap="square" rtlCol="0">
            <a:spAutoFit/>
          </a:bodyPr>
          <a:lstStyle/>
          <a:p>
            <a:pPr algn="ctr"/>
            <a:r>
              <a:rPr lang="en-US" sz="2000" b="1" dirty="0"/>
              <a:t>Ask questions (different set of questions for each age group)</a:t>
            </a:r>
            <a:endParaRPr lang="en-IN" sz="2000" b="1" dirty="0"/>
          </a:p>
        </p:txBody>
      </p:sp>
      <p:sp>
        <p:nvSpPr>
          <p:cNvPr id="15" name="TextBox 14">
            <a:extLst>
              <a:ext uri="{FF2B5EF4-FFF2-40B4-BE49-F238E27FC236}">
                <a16:creationId xmlns:a16="http://schemas.microsoft.com/office/drawing/2014/main" id="{97DF4109-438E-51CB-925D-F700C8F96C08}"/>
              </a:ext>
            </a:extLst>
          </p:cNvPr>
          <p:cNvSpPr txBox="1"/>
          <p:nvPr/>
        </p:nvSpPr>
        <p:spPr>
          <a:xfrm>
            <a:off x="4155752" y="1767469"/>
            <a:ext cx="3214038" cy="461665"/>
          </a:xfrm>
          <a:prstGeom prst="rect">
            <a:avLst/>
          </a:prstGeom>
          <a:noFill/>
        </p:spPr>
        <p:txBody>
          <a:bodyPr wrap="square" rtlCol="0">
            <a:spAutoFit/>
          </a:bodyPr>
          <a:lstStyle/>
          <a:p>
            <a:pPr algn="ctr"/>
            <a:r>
              <a:rPr lang="en-US" sz="2400" b="1" dirty="0"/>
              <a:t>Ask their age group</a:t>
            </a:r>
            <a:endParaRPr lang="en-IN" sz="2400" b="1" dirty="0"/>
          </a:p>
        </p:txBody>
      </p:sp>
      <p:sp>
        <p:nvSpPr>
          <p:cNvPr id="16" name="TextBox 15">
            <a:extLst>
              <a:ext uri="{FF2B5EF4-FFF2-40B4-BE49-F238E27FC236}">
                <a16:creationId xmlns:a16="http://schemas.microsoft.com/office/drawing/2014/main" id="{60F27CA6-8DC1-8F82-AEF8-3E84A02A175A}"/>
              </a:ext>
            </a:extLst>
          </p:cNvPr>
          <p:cNvSpPr txBox="1"/>
          <p:nvPr/>
        </p:nvSpPr>
        <p:spPr>
          <a:xfrm>
            <a:off x="4720987" y="475439"/>
            <a:ext cx="2040340" cy="461665"/>
          </a:xfrm>
          <a:prstGeom prst="rect">
            <a:avLst/>
          </a:prstGeom>
          <a:noFill/>
        </p:spPr>
        <p:txBody>
          <a:bodyPr wrap="square" rtlCol="0">
            <a:spAutoFit/>
          </a:bodyPr>
          <a:lstStyle/>
          <a:p>
            <a:pPr algn="ctr"/>
            <a:r>
              <a:rPr lang="en-US" sz="2400" b="1" dirty="0"/>
              <a:t>Start</a:t>
            </a:r>
            <a:endParaRPr lang="en-IN" sz="2400" b="1" dirty="0"/>
          </a:p>
        </p:txBody>
      </p:sp>
      <p:sp>
        <p:nvSpPr>
          <p:cNvPr id="17" name="TextBox 16">
            <a:extLst>
              <a:ext uri="{FF2B5EF4-FFF2-40B4-BE49-F238E27FC236}">
                <a16:creationId xmlns:a16="http://schemas.microsoft.com/office/drawing/2014/main" id="{D45AC8E1-A110-BBF1-CBBA-8CC16A372064}"/>
              </a:ext>
            </a:extLst>
          </p:cNvPr>
          <p:cNvSpPr txBox="1"/>
          <p:nvPr/>
        </p:nvSpPr>
        <p:spPr>
          <a:xfrm>
            <a:off x="4607259" y="4747231"/>
            <a:ext cx="2040340" cy="461665"/>
          </a:xfrm>
          <a:prstGeom prst="rect">
            <a:avLst/>
          </a:prstGeom>
          <a:noFill/>
        </p:spPr>
        <p:txBody>
          <a:bodyPr wrap="square" rtlCol="0">
            <a:spAutoFit/>
          </a:bodyPr>
          <a:lstStyle/>
          <a:p>
            <a:pPr algn="ctr"/>
            <a:r>
              <a:rPr lang="en-US" sz="2400" b="1" dirty="0"/>
              <a:t>Predict IQ</a:t>
            </a:r>
            <a:endParaRPr lang="en-IN" sz="2400" b="1" dirty="0"/>
          </a:p>
        </p:txBody>
      </p:sp>
      <p:sp>
        <p:nvSpPr>
          <p:cNvPr id="18" name="TextBox 17">
            <a:extLst>
              <a:ext uri="{FF2B5EF4-FFF2-40B4-BE49-F238E27FC236}">
                <a16:creationId xmlns:a16="http://schemas.microsoft.com/office/drawing/2014/main" id="{204C557B-A898-9D6A-99F2-1EC96EBAE7CC}"/>
              </a:ext>
            </a:extLst>
          </p:cNvPr>
          <p:cNvSpPr txBox="1"/>
          <p:nvPr/>
        </p:nvSpPr>
        <p:spPr>
          <a:xfrm>
            <a:off x="4607259" y="6001646"/>
            <a:ext cx="2040340" cy="461665"/>
          </a:xfrm>
          <a:prstGeom prst="rect">
            <a:avLst/>
          </a:prstGeom>
          <a:noFill/>
        </p:spPr>
        <p:txBody>
          <a:bodyPr wrap="square" rtlCol="0">
            <a:spAutoFit/>
          </a:bodyPr>
          <a:lstStyle/>
          <a:p>
            <a:pPr algn="ctr"/>
            <a:r>
              <a:rPr lang="en-US" sz="2400" b="1" dirty="0"/>
              <a:t>End</a:t>
            </a:r>
            <a:endParaRPr lang="en-IN" sz="2400" b="1" dirty="0"/>
          </a:p>
        </p:txBody>
      </p:sp>
    </p:spTree>
    <p:extLst>
      <p:ext uri="{BB962C8B-B14F-4D97-AF65-F5344CB8AC3E}">
        <p14:creationId xmlns:p14="http://schemas.microsoft.com/office/powerpoint/2010/main" val="474409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495</Words>
  <Application>Microsoft Office PowerPoint</Application>
  <PresentationFormat>Widescreen</PresentationFormat>
  <Paragraphs>43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IQ Predictor</vt:lpstr>
      <vt:lpstr>Problem Statement</vt:lpstr>
      <vt:lpstr>Objective</vt:lpstr>
      <vt:lpstr>Children IQ</vt:lpstr>
      <vt:lpstr>Adult IQ</vt:lpstr>
      <vt:lpstr>Senior Citizen IQ</vt:lpstr>
      <vt:lpstr>General Research paper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SHIVANI SRIVASTAVA</dc:creator>
  <cp:lastModifiedBy>SHIVANI SRIVASTAVA</cp:lastModifiedBy>
  <cp:revision>1</cp:revision>
  <dcterms:created xsi:type="dcterms:W3CDTF">2026-01-20T18:09:19Z</dcterms:created>
  <dcterms:modified xsi:type="dcterms:W3CDTF">2026-01-21T02:42:52Z</dcterms:modified>
</cp:coreProperties>
</file>